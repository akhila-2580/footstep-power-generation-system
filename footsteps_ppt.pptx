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ju pillala" userId="89f832d6ddfa5e1e" providerId="LiveId" clId="{0712C35C-69EB-43EE-9A18-FCB75CDF7500}"/>
    <pc:docChg chg="addSld">
      <pc:chgData name="Raju pillala" userId="89f832d6ddfa5e1e" providerId="LiveId" clId="{0712C35C-69EB-43EE-9A18-FCB75CDF7500}" dt="2026-02-20T18:11:32.610" v="0" actId="680"/>
      <pc:docMkLst>
        <pc:docMk/>
      </pc:docMkLst>
      <pc:sldChg chg="new">
        <pc:chgData name="Raju pillala" userId="89f832d6ddfa5e1e" providerId="LiveId" clId="{0712C35C-69EB-43EE-9A18-FCB75CDF7500}" dt="2026-02-20T18:11:32.610" v="0" actId="680"/>
        <pc:sldMkLst>
          <pc:docMk/>
          <pc:sldMk cId="3210163757" sldId="256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CD209C-FAE8-D2A7-AC58-13C07BF4E3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2200F8-B0BE-151C-0F9E-983C1D02B5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61D57B-313C-26E0-7658-CF8F25144F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51380C-B5E6-4402-85B2-D3C8120FDE6F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52C0F8-641A-74A5-2F6F-450FA6364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C49714-F22D-21E2-7B59-158F4B1E76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5FD8DE-06EF-4FA1-8654-FD35C277C2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01564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E783CA-B2AF-3D0B-717F-926F212DEC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D76A8E-1330-ED32-1B21-B5BBED2E56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227984-7913-827D-A86B-7862DE764E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51380C-B5E6-4402-85B2-D3C8120FDE6F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53E315-BF6A-D77D-6374-673A3CBB98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52E7C4-ECED-BE66-F69A-4F2FEA0779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5FD8DE-06EF-4FA1-8654-FD35C277C2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59415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F0D48F-53A2-E8AF-8CC9-6A7862ACCF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42FB79-CBD1-DC39-43AE-F7972B7578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01C9ED-7F30-D2CF-C7F1-D28EEAF1F0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51380C-B5E6-4402-85B2-D3C8120FDE6F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5A0608-7329-5BE5-926C-9168D07C83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AEEDE5-ED1E-DEC7-A560-D15811E325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5FD8DE-06EF-4FA1-8654-FD35C277C2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66749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F1A5C2-1D03-C371-49F0-84A2005268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988850-8F91-381F-6467-ED35E291336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E4EA14-3A72-2A31-C495-9FE85D286B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0A64E4-275C-1E47-3144-1B01E7BAF1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51380C-B5E6-4402-85B2-D3C8120FDE6F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C0C502-D3E6-F346-B28A-8BF84BE823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07965F-5552-57B7-437E-60036C93AB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5FD8DE-06EF-4FA1-8654-FD35C277C2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93756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50F0BE-E723-51AF-9605-230614C554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91BF55-753C-6C7D-F587-A0D91A22D2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6C33D6-3F88-8D98-8A80-2F0B1DDCE0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65DC42B-7016-36F3-F6EC-681AE98F00F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7B10E7F-9651-5A40-239F-4472DFBDF1E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7DC10BA-7E27-E67E-F1CB-C66E07D6CC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51380C-B5E6-4402-85B2-D3C8120FDE6F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50D5A9A-76D8-A7FB-B597-D88CFEAF61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CC56F06-2C59-E496-7586-F24FF44188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5FD8DE-06EF-4FA1-8654-FD35C277C2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54873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3CF958-9765-66C7-A53D-E6D5448C74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C036399-3987-EE4E-D9CA-7751A2A5C1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51380C-B5E6-4402-85B2-D3C8120FDE6F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5283AA-BF68-4154-C217-3234F9CDD6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E6E8D7-9005-56DF-7987-4551D6899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5FD8DE-06EF-4FA1-8654-FD35C277C2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49215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8F7AE6D-7DA0-A00E-B4D1-B4B47AD7BE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51380C-B5E6-4402-85B2-D3C8120FDE6F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72B6286-B4A9-EDE9-18E9-B1E8024335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1D6644-8ADA-CD1D-0B23-92B398E34C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5FD8DE-06EF-4FA1-8654-FD35C277C2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40720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7BE289-09D9-D5DC-4825-E6ABF54D00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9267DA-AFD9-4028-2955-E882FC154E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F03E94-D61B-DBDC-42CC-6B289A853D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B8D707-31A2-F779-A3C2-261731C53E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51380C-B5E6-4402-85B2-D3C8120FDE6F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FF7BEB-7EC0-E8F6-DA20-42ED10D9A4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06AA95-5B25-B677-17AA-D9A58B8F27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5FD8DE-06EF-4FA1-8654-FD35C277C2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40610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2725A6-0679-1074-AD83-8E5B4FD184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0455C05-08D0-6BF4-6344-B4FE28372D5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554E693-3A8C-052D-FD4C-F1C46EC8AC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742E56-1B91-110A-E316-22387338E8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51380C-B5E6-4402-85B2-D3C8120FDE6F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C70DB0-0C3B-4645-07A0-2DC43BA9A2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A09C55-1343-A2A1-FACA-74A160DDBF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5FD8DE-06EF-4FA1-8654-FD35C277C2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44733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9AE11F-EE53-BFF7-D558-1AA6E0CD6A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4581FFA-8B8C-0189-D7CB-9A32689765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DD882F-B895-9075-BB25-517CE9858E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51380C-B5E6-4402-85B2-D3C8120FDE6F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D01624-2DF7-3FF2-CE86-375BA4FDBF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596422-E11B-B2C3-8077-728F31A3DB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5FD8DE-06EF-4FA1-8654-FD35C277C2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95896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58A6939-2E55-3F2F-1DD6-20299B8F99F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E0A460B-773F-49B6-096A-B1CA5AF534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F911AD-A7E7-E8B6-19F6-3EF38517D9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51380C-B5E6-4402-85B2-D3C8120FDE6F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75F0EF-2D41-83D8-4D78-452ABBAC7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CF882C-3D64-02F3-374A-70960C1F62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5FD8DE-06EF-4FA1-8654-FD35C277C2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14260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10F6EA5-159D-7E11-32F4-018C5FD129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3F9ED4-405C-149C-4A09-6D6FFA46AF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08F4D0-E249-9C33-E02A-01ADC128E85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51380C-B5E6-4402-85B2-D3C8120FDE6F}" type="datetimeFigureOut">
              <a:rPr lang="en-IN" smtClean="0"/>
              <a:t>20-02-2026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6046F1-B05D-6895-C15E-39510CBCDAF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29C15A-7E77-B907-06E8-D72BF63E2D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5FD8DE-06EF-4FA1-8654-FD35C277C2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39326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0302AA-EA07-C030-E113-356943D0368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4B3BAB-8175-5D00-9819-8C18FBAEA5E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01637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Raju pillala</dc:creator>
  <cp:lastModifiedBy>akhila kammagoni</cp:lastModifiedBy>
  <cp:revision>1</cp:revision>
  <dcterms:created xsi:type="dcterms:W3CDTF">2026-02-20T18:08:47Z</dcterms:created>
  <dcterms:modified xsi:type="dcterms:W3CDTF">2026-02-20T18:11:42Z</dcterms:modified>
</cp:coreProperties>
</file>